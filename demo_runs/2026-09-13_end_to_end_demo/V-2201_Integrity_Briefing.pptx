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FFFFFF"/>
                </a:solidFill>
              </a:rPr>
              <a:t>V-2201 Integrity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AAC4E0"/>
                </a:solidFill>
              </a:rPr>
              <a:t>Sovereign AI Engineering Workbench  |  2026-09-13 15:24 UTC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Statutory Integrity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02C57"/>
                </a:solidFill>
              </a:rPr>
              <a:t>Automated compliance evaluation prepared by Sovereign On-Premise Agentic AI Workbench (SIH26117).
Operating under 100% offline, air-gapped refinery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Ultrasonic Survey &amp; Thickness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02C57"/>
                </a:solidFill>
              </a:rPr>
              <a:t>  •  Equipment ID: V-2201 (Knockout Drum)
  •  Design Pressure: 10.5 kg/cm²g | Design Temperature: 120°C
  •  Nominal Shell Thickness: 12.0 mm | Minimum Measured Shell: 11.2 mm
  •  Maximum Corrosion Loss: 0.80 mm (6.7% of initial wall thickness)
  •  Remaining Corrosion Allowance: 78% on critical bottom shell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ASME / API 510 Verification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02C57"/>
                </a:solidFill>
              </a:rPr>
              <a:t>  •  Governing Formula: t_min = (P × R) / (S × E − 0.6 × P)
  •  Variable substitution: E = 0.85, P = 10.5, R = 600.0, S = 1380.0
  •    10.5 × 600 = 6300
  •    1380 × 0.85 = 1173
  •    0.6 × 10.5 = 6.3
  •  Calculated t_min: 5.3998 mm
  •  Actual Measured: 11.2 mm
  •  Safety Margin: +5.80 mm excess wall thickness over statutory limit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Statutory Recommendation &amp; Sign-Off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02C57"/>
                </a:solidFill>
              </a:rPr>
              <a:t>  •  Inspector Recommendation: Approved for continued service until next cycle (5 years).
  •  Next Statutory Inspection Due: September 2031 per Factories Act / OISD-130.
  •  Mandatory Action: Human Engineer Authorization required prior to turnaround closure.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