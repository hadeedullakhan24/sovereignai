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Engineering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2026-09-13 16:05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No content provided.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