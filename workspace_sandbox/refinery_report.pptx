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C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200">
                <a:solidFill>
                  <a:srgbClr val="FFFFFF"/>
                </a:solidFill>
              </a:rPr>
              <a:t>Maintenance Activities For C-118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400">
                <a:solidFill>
                  <a:srgbClr val="AAC4E0"/>
                </a:solidFill>
              </a:rPr>
              <a:t>Sovereign AI Engineering Workbench  |  2026-09-16 06:26 UTC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02C57"/>
                </a:solidFill>
              </a:rPr>
              <a:t>Supported evidence is structured verbatim from verified sources. All documented findings and general requirements are distinguished with full provenance.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</a:rPr>
              <a:t>Documented General Requirements — E105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102C57"/>
                </a:solidFill>
              </a:rPr>
              <a:t>  •  Email ID: E105 Date: 2026-09-01 16:55 From: maintenance.manager@company.local To: engineering.team@company.local CC: safety@company.local Subject: Maintenance Execution Update - C-118 Category: Execution Priority: High Equipment ID: C-118 Action Required: Verify attached evidence Status: Completed Attachment: C-118_Execution_E105.txt
Recent maintenance and operating records for C-118 indicate that bearing should be reviewed. Provide the current execution status for C-118 and identify any deviation from the approved scope. Kindly confirm the next action and owner so the workflow can proceed. [1] (page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</a:rPr>
              <a:t>Documented Scope &amp; Verification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102C57"/>
                </a:solidFill>
              </a:rPr>
              <a:t>  •  Only facts explicitly stated in the listed source documents are presented.
  •  Parameters, conditions, or dates not explicitly present in the retrieved evidence are not documented.
  •  No speculative conclusions, unrecorded maintenance actions, or synthetic dates have been added.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</a:rPr>
              <a:t>Sources &amp; Regulatory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102C57"/>
                </a:solidFill>
              </a:rPr>
              <a:t>  •  [1] E105 p.1 - "Email ID: E105 Date: 2026-09-01 16:55 From: maintenance.manager@company.local To: engineering.tea..."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</a:rPr>
              <a:t>Conclusion &amp; Remarks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02C57"/>
                </a:solidFill>
              </a:rPr>
              <a:t>All reported data reflects the verified contents of the available source documentation without extrapolation.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