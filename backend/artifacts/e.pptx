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C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3200">
                <a:solidFill>
                  <a:srgbClr val="FFFFFF"/>
                </a:solidFill>
              </a:rPr>
              <a:t>Evidence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400">
                <a:solidFill>
                  <a:srgbClr val="AAC4E0"/>
                </a:solidFill>
              </a:rPr>
              <a:t>Sovereign AI Engineering Workbench  |  2026-09-15 05:09 UTC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300">
                <a:solidFill>
                  <a:srgbClr val="102C57"/>
                </a:solidFill>
              </a:rPr>
              <a:t>Supported evidence is listed verbatim by source; no undocumented conclusion has been added.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source.md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UNIT-9: source-only statement. [1] (page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FFFFFF"/>
                </a:solidFill>
              </a:rPr>
              <a:t>Sources &amp; Regulatory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102C57"/>
                </a:solidFill>
              </a:rPr>
              <a:t>  •  [1] source.md p.1 - "UNIT-9: source-only statement."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68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