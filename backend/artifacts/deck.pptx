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Compliance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2026-09-15 06:51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Presentation generated via ToolExecutor contract.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