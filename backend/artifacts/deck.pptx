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FFFFFF"/>
                </a:solidFill>
              </a:rPr>
              <a:t>Compliance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4E0"/>
                </a:solidFill>
              </a:rPr>
              <a:t>Sovereign AI Engineering Workbench  |  2026-09-16 16:20 UTC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Presentation generated via ToolExecutor contract.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