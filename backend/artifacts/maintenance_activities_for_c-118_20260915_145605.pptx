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Maintenance Activities For C-118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2026-09-15 14:56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AAC4E0"/>
                </a:solidFill>
              </a:rPr>
              <a:t>Grounded: Yes  •  Confidence: 80.0%  •  Model: qwen2.5-1.5b-instruct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Supported evidence is structured verbatim from verified sources. All documented findings and general requirements are distinguished with full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Findings — E146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Email ID: E146 Date: 2026-09-05 02:45 From: engineering.team@company.local To: maintenance.manager@company.local CC: procurement@company.local Subject: Maintenance Window Proposal - C-118 Category: Planning Priority: Medium Equipment ID: C-118 Action Required: Review and respond Status: Confirmed Attachment: C-118_Planning_E146.txt
The field team has submitted new evidence for C-118 and requested coordination with the responsible teams. Coordinate an appropriate maintenance window for C-118 and confirm operating handover, downtime and manpower. Kindly confirm the next action and owner so the workflow can proceed. [1] (page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Documented Scope &amp; Verification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Only facts explicitly stated in the listed source documents are presented.
  •  Parameters, conditions, or dates not explicitly present in the retrieved evidence are not documented.
  •  No speculative conclusions, unrecorded maintenance actions, or synthetic dates have been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Sources &amp; Regulatory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[1] E146 p.1 - "Email ID: E146 Date: 2026-09-05 02:45 From: engineering.team@company.local To: maintenance.manage..."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Conclusion &amp;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All reported data reflects the verified contents of the available source documentation without extrapolation.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