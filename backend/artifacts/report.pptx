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C5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1" sz="3200">
                <a:solidFill>
                  <a:srgbClr val="FFFFFF"/>
                </a:solidFill>
              </a:rPr>
              <a:t>Vessel Integrity Report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sz="1400">
                <a:solidFill>
                  <a:srgbClr val="AAC4E0"/>
                </a:solidFill>
              </a:rPr>
              <a:t>Sovereign AI Engineering Workbench  |  2026-09-15 16:13 UTC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02C57"/>
                </a:solidFill>
              </a:rPr>
              <a:t>Supported evidence is structured verbatim from verified sources. All documented findings and general requirements are distinguished with full provenance.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Documented Findings — integrity_log.md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102C57"/>
                </a:solidFill>
              </a:rPr>
              <a:t>  •  VESSEL-88: wall thickness measured at 14.2 mm. [1] (page 3)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Documented Scope &amp; Verification 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102C57"/>
                </a:solidFill>
              </a:rPr>
              <a:t>  •  Only facts explicitly stated in the listed source documents are presented.
  •  Parameters, conditions, or dates not explicitly present in the retrieved evidence are not documented.
  •  No speculative conclusions, unrecorded maintenance actions, or synthetic dates have been added.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Sources &amp; Regulatory Provenance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200">
                <a:solidFill>
                  <a:srgbClr val="102C57"/>
                </a:solidFill>
              </a:rPr>
              <a:t>  •  [1] integrity_log.md p.3 - "VESSEL-88: wall thickness measured at 14.2 mm."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02C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sz="2000">
                <a:solidFill>
                  <a:srgbClr val="FFFFFF"/>
                </a:solidFill>
              </a:rPr>
              <a:t>Conclusion &amp; Remarks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sz="1300">
                <a:solidFill>
                  <a:srgbClr val="102C57"/>
                </a:solidFill>
              </a:rPr>
              <a:t>All reported data reflects the verified contents of the available source documentation without extrapolation.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E68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