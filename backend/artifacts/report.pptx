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Vessel Integrity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2026-09-15 07:01 UTC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Supported evidence is structured verbatim from verified sources. All documented findings and general requirements are distinguished with full provenance.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Findings — integrity_log.md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VESSEL-88: wall thickness measured at 14.2 mm. [1] (page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Scope &amp; Verification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Only facts explicitly stated in the listed source documents are presented.
  •  Parameters, conditions, or dates not explicitly present in the retrieved evidence are not documented.
  •  No speculative conclusions, unrecorded maintenance actions, or synthetic dates have been added.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Sources &amp; Regulatory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[1] integrity_log.md p.3 - "VESSEL-88: wall thickness measured at 14.2 mm."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Conclusion &amp;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All reported data reflects the verified contents of the available source documentation without extrapolation.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