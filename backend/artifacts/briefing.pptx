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V-2201 Inspection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2026-09-15 16:10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thickness measurements verified against API 510 standards.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Survey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Design Pressure: 10.5 kg/cm²g
  •  Shell minimum thickness: 11.2 mm
  •  Governing t_min: 5.48 mm
  •  Safety margin: Adequate for 5-year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