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FFFFFF"/>
                </a:solidFill>
              </a:rPr>
              <a:t>V-2201 Inspection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AAC4E0"/>
                </a:solidFill>
              </a:rPr>
              <a:t>Sovereign AI Engineering Workbench  |  2026-09-16 16:20 UTC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02C57"/>
                </a:solidFill>
              </a:rPr>
              <a:t>All thickness measurements verified against API 510 standards.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Survey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02C57"/>
                </a:solidFill>
              </a:rPr>
              <a:t>  •  Design Pressure: 10.5 kg/cm²g
  •  Shell minimum thickness: 11.2 mm
  •  Governing t_min: 5.48 mm
  •  Safety margin: Adequate for 5-year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